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Introduction to Cricket Rules and Formats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Official Presentation for Cricket Tournament Regulations and Laws of the Game.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is the length of a cricket pitch?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The pitch is a central rectangular strip of the cricket field. The length of a cricket pitch is 22 yards (20.12 meters) between the bowling creases at either 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many players are in a cricket team?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There are eleven players in each cricket team on the field, including a captain, wicketkeeper, specialist batters, bowlers, and all-rounders.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is a no-ball?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 no-ball is an illegal delivery called by the umpire when the bowler oversteps the popping crease. The batting side is awarded one extra run and a subsequent free hit delivery.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is leg before wicket (LBW)?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Leg before wicket (LBW) is a dismissal rule under Law 36 where a batsman is out if the ball strikes their pad or body when it would have otherwise hit the stumps.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many overs are played in an ODI match?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In a standard One Day International (ODI) match, each side bats for a single innings consisting of 50 overs.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